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1"/>
    <p:restoredTop sz="94688"/>
  </p:normalViewPr>
  <p:slideViewPr>
    <p:cSldViewPr snapToGrid="0">
      <p:cViewPr varScale="1">
        <p:scale>
          <a:sx n="152" d="100"/>
          <a:sy n="152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817961-5829-C88D-93E8-E4717BA56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2E9E0E-17BA-A614-4FCA-DF39A650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C9AF07-59F9-B89C-B720-B812CCA8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5F0240-82F0-8FCE-5D93-0E6634DE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F29FB-8C29-D314-F98A-0CBA7F18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62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368AF-4D26-061C-25C3-25A7EA94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7CCF75-6615-4A0F-58A7-BACD4372D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0FAFF6-F027-8227-E4F6-9A37A2FE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073833-487D-6AAD-B46C-94CB4410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F8132-62E0-1CF4-4680-BCA6BA96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43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3C304-DC9D-C50C-1E2D-C9A37F1C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A4CB09-ABC5-CE57-F165-80665A3B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744DE2-8E66-57DA-70DF-217CA38C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FECE9-8355-DCD8-3C3F-B926796A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9C11BC-A8AB-6CF7-807F-49263E86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93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0D8D6E-86B7-D1A0-E1EE-9326C067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DBF05A-1B05-41D8-0D31-AF2B79F7E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F296C9-E045-083F-AC4A-6C12756B2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3F2AB9-2776-3184-A7D4-D6A8EAD6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F0BD66-85FC-84AC-A913-FA70BB47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090741-8C7E-3B92-CD55-EEB383DE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138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11EBB2-CC9B-C724-520A-3778ABD3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A5AF4-C6D4-23A3-9BD1-1CDD0B7F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E6A2B8-BC38-35C5-91DF-38AB8FC59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7FD1CC-7AC9-EF34-172A-8A8107108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A6C54D-99C7-3FE6-FE84-F0237E71A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37D70CF-CEEE-6B8E-4BC2-909C6C89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9CDEF6-620A-EDC0-D965-15EF0DBB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76AAD2-51F0-BF5E-5865-656C08B6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5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62DB1C-0BD3-FE8C-7434-B0E608AC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0C7786-0AF8-DA1E-3E5C-46452A19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49AFFF-FF7B-2203-FF49-D830F90C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7376B0-9FCF-8B2D-4775-A972220D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03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E270167-07E3-4D13-6868-CF64BBC7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9A0CBE-96AE-CDD4-958F-A9CC0F77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7614AA-DE35-4B9E-876B-097E83F4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52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ADFB8-FA3B-E18A-7A19-F2435E61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59F74B-4AC5-2DEE-568D-66FAA7CA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87FBD5-B296-8F09-227E-8217E374A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3B5451-FB9B-7B57-D24D-7BB49218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2EC895-F4F7-224A-914A-25C15DD6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155CBA-F0BD-68A8-1D5D-F3C35A6D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96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3066E6-FBE5-CFF6-3CA9-145DC736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E5A27B7-1F1C-A153-3341-EE70FFE4C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6F1261-EE82-6E40-6085-56EE7346A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51CD4B-C840-454E-ADE6-BE52F545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E1B2DC-8A2B-E236-34AB-AD55DE2AB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AD1A17-9F91-4176-772D-EF47D0CB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78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C27C58-FB2A-AE90-3366-9D0ACFB2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F7B724-0A40-2A0F-A7FA-FB55E72DA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7E339-66EF-73E8-9842-142C95EA3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EF8ECA-3141-3752-4996-0B90D111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B709BB-94FC-01DB-3CFF-5AE880AB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29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0C29E1-85A1-9B8B-F3B7-EB336130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B2A001-2DD8-8430-3EA2-A6E7EB57D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7E6ABF-C534-9004-94DB-59CE1FFE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9AF66E-55B4-6786-DC5A-CC76D1C7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7CFF54-7072-DAEA-4AC1-C7EBE6C3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04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CCD54A-86C5-6432-679F-C315DFB4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D62143-355C-0B50-3773-D66D0A4C2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8A1ED9-4B62-8AFA-CF7B-CFEDB10CC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62C10-4560-1647-B6A1-B644E5A3A876}" type="datetimeFigureOut"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BEED7-1391-EA34-FB38-93AE26587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DF756C-15A1-31B5-9CBB-351ABEB39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63F34-9C65-384C-B014-7A50B2CD305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50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 descr="Amazon Bedrock AgentCore service icon.">
            <a:extLst>
              <a:ext uri="{FF2B5EF4-FFF2-40B4-BE49-F238E27FC236}">
                <a16:creationId xmlns:a16="http://schemas.microsoft.com/office/drawing/2014/main" id="{D84396C4-5467-C267-F4F8-C8CE369E1A0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6096000" y="279383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7">
            <a:extLst>
              <a:ext uri="{FF2B5EF4-FFF2-40B4-BE49-F238E27FC236}">
                <a16:creationId xmlns:a16="http://schemas.microsoft.com/office/drawing/2014/main" id="{7EE7E9F9-88A9-05DD-A3AE-63FF02154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3557421"/>
            <a:ext cx="2201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 </a:t>
            </a:r>
          </a:p>
          <a:p>
            <a:pPr algn="ctr" eaLnBrk="1" hangingPunct="1"/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AgentCore Runtime</a:t>
            </a:r>
          </a:p>
        </p:txBody>
      </p:sp>
      <p:pic>
        <p:nvPicPr>
          <p:cNvPr id="6" name="Graphic 6" descr="Amazon Bedrock service icon.">
            <a:extLst>
              <a:ext uri="{FF2B5EF4-FFF2-40B4-BE49-F238E27FC236}">
                <a16:creationId xmlns:a16="http://schemas.microsoft.com/office/drawing/2014/main" id="{6C451A63-4F02-46D2-00B1-8E9910D1F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957163" y="1568582"/>
            <a:ext cx="762000" cy="762000"/>
          </a:xfrm>
          <a:prstGeom prst="rect">
            <a:avLst/>
          </a:prstGeom>
        </p:spPr>
      </p:pic>
      <p:sp>
        <p:nvSpPr>
          <p:cNvPr id="7" name="TextBox 12">
            <a:extLst>
              <a:ext uri="{FF2B5EF4-FFF2-40B4-BE49-F238E27FC236}">
                <a16:creationId xmlns:a16="http://schemas.microsoft.com/office/drawing/2014/main" id="{26984E29-0551-12B0-C58F-106FE6B75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591" y="2332169"/>
            <a:ext cx="2278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(Claude Sonnet)</a:t>
            </a:r>
          </a:p>
        </p:txBody>
      </p:sp>
      <p:grpSp>
        <p:nvGrpSpPr>
          <p:cNvPr id="8" name="aGrouping" descr="Example of AWS Cloud group, represented as a rectangle with AWS logo at the top left, and AWS Cloud as a title.">
            <a:extLst>
              <a:ext uri="{FF2B5EF4-FFF2-40B4-BE49-F238E27FC236}">
                <a16:creationId xmlns:a16="http://schemas.microsoft.com/office/drawing/2014/main" id="{3D1F84A3-1EEB-B3C3-72DC-128CD440D5E7}"/>
              </a:ext>
            </a:extLst>
          </p:cNvPr>
          <p:cNvGrpSpPr/>
          <p:nvPr/>
        </p:nvGrpSpPr>
        <p:grpSpPr>
          <a:xfrm>
            <a:off x="3459580" y="1084774"/>
            <a:ext cx="6022163" cy="4204645"/>
            <a:chOff x="1260475" y="1341438"/>
            <a:chExt cx="6022163" cy="4204645"/>
          </a:xfrm>
        </p:grpSpPr>
        <p:sp>
          <p:nvSpPr>
            <p:cNvPr id="9" name="Rectangle 32">
              <a:extLst>
                <a:ext uri="{FF2B5EF4-FFF2-40B4-BE49-F238E27FC236}">
                  <a16:creationId xmlns:a16="http://schemas.microsoft.com/office/drawing/2014/main" id="{6A23C243-B9E4-CBE0-A11B-BD584CC0561C}"/>
                </a:ext>
              </a:extLst>
            </p:cNvPr>
            <p:cNvSpPr/>
            <p:nvPr/>
          </p:nvSpPr>
          <p:spPr>
            <a:xfrm>
              <a:off x="1260475" y="1341439"/>
              <a:ext cx="6022163" cy="420464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10" name="Graphic 33">
              <a:extLst>
                <a:ext uri="{FF2B5EF4-FFF2-40B4-BE49-F238E27FC236}">
                  <a16:creationId xmlns:a16="http://schemas.microsoft.com/office/drawing/2014/main" id="{289BD890-07CA-49BA-48F9-905904E06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60476" y="1341438"/>
              <a:ext cx="381000" cy="381000"/>
            </a:xfrm>
            <a:prstGeom prst="rect">
              <a:avLst/>
            </a:prstGeom>
          </p:spPr>
        </p:pic>
      </p:grpSp>
      <p:pic>
        <p:nvPicPr>
          <p:cNvPr id="11" name="Graphic 4" descr="Amazon Bedrock AgentCore service icon.">
            <a:extLst>
              <a:ext uri="{FF2B5EF4-FFF2-40B4-BE49-F238E27FC236}">
                <a16:creationId xmlns:a16="http://schemas.microsoft.com/office/drawing/2014/main" id="{E5970C39-E91C-1B03-B532-D9C5D6BAD06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7982954" y="363808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6162FF0A-30C6-6759-197A-DB206CB38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579" y="4401673"/>
            <a:ext cx="2201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 </a:t>
            </a:r>
          </a:p>
          <a:p>
            <a:pPr algn="ctr" eaLnBrk="1" hangingPunct="1"/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AgentCore Browser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0" descr="AWS Lambda service icon.">
            <a:extLst>
              <a:ext uri="{FF2B5EF4-FFF2-40B4-BE49-F238E27FC236}">
                <a16:creationId xmlns:a16="http://schemas.microsoft.com/office/drawing/2014/main" id="{6082EDAA-2741-6951-46BF-EC15DE7C1A0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4173767" y="279383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20">
            <a:extLst>
              <a:ext uri="{FF2B5EF4-FFF2-40B4-BE49-F238E27FC236}">
                <a16:creationId xmlns:a16="http://schemas.microsoft.com/office/drawing/2014/main" id="{0A395E97-58C4-9FCE-9CB6-0250C5C0D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942" y="3555040"/>
            <a:ext cx="2292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Function URL</a:t>
            </a:r>
          </a:p>
        </p:txBody>
      </p:sp>
      <p:cxnSp>
        <p:nvCxnSpPr>
          <p:cNvPr id="15" name="Straight Arrow Connector 13" descr="Arrow pointing right">
            <a:extLst>
              <a:ext uri="{FF2B5EF4-FFF2-40B4-BE49-F238E27FC236}">
                <a16:creationId xmlns:a16="http://schemas.microsoft.com/office/drawing/2014/main" id="{7EC8AA67-C03D-9B1E-A97F-B11E7C6C5EAD}"/>
              </a:ext>
            </a:extLst>
          </p:cNvPr>
          <p:cNvCxnSpPr>
            <a:cxnSpLocks/>
          </p:cNvCxnSpPr>
          <p:nvPr/>
        </p:nvCxnSpPr>
        <p:spPr>
          <a:xfrm>
            <a:off x="2877424" y="3234366"/>
            <a:ext cx="1127977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3" descr="Arrow pointing right">
            <a:extLst>
              <a:ext uri="{FF2B5EF4-FFF2-40B4-BE49-F238E27FC236}">
                <a16:creationId xmlns:a16="http://schemas.microsoft.com/office/drawing/2014/main" id="{668A9FC1-8BA0-776C-DBBD-9846684ABDDF}"/>
              </a:ext>
            </a:extLst>
          </p:cNvPr>
          <p:cNvCxnSpPr>
            <a:cxnSpLocks/>
          </p:cNvCxnSpPr>
          <p:nvPr/>
        </p:nvCxnSpPr>
        <p:spPr>
          <a:xfrm>
            <a:off x="5051571" y="3234366"/>
            <a:ext cx="879446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3" descr="Arrow pointing right">
            <a:extLst>
              <a:ext uri="{FF2B5EF4-FFF2-40B4-BE49-F238E27FC236}">
                <a16:creationId xmlns:a16="http://schemas.microsoft.com/office/drawing/2014/main" id="{77D4078C-7F74-6AC6-1E58-947A972FC1A4}"/>
              </a:ext>
            </a:extLst>
          </p:cNvPr>
          <p:cNvCxnSpPr>
            <a:cxnSpLocks/>
          </p:cNvCxnSpPr>
          <p:nvPr/>
        </p:nvCxnSpPr>
        <p:spPr>
          <a:xfrm flipV="1">
            <a:off x="7041000" y="2772701"/>
            <a:ext cx="651705" cy="461665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3" descr="Arrow pointing right">
            <a:extLst>
              <a:ext uri="{FF2B5EF4-FFF2-40B4-BE49-F238E27FC236}">
                <a16:creationId xmlns:a16="http://schemas.microsoft.com/office/drawing/2014/main" id="{898626FB-8BF9-10D5-FFA7-D8950D8DA898}"/>
              </a:ext>
            </a:extLst>
          </p:cNvPr>
          <p:cNvCxnSpPr>
            <a:cxnSpLocks/>
          </p:cNvCxnSpPr>
          <p:nvPr/>
        </p:nvCxnSpPr>
        <p:spPr>
          <a:xfrm>
            <a:off x="7040999" y="3234366"/>
            <a:ext cx="725489" cy="389269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3" descr="Arrow pointing right">
            <a:extLst>
              <a:ext uri="{FF2B5EF4-FFF2-40B4-BE49-F238E27FC236}">
                <a16:creationId xmlns:a16="http://schemas.microsoft.com/office/drawing/2014/main" id="{F02CDE1B-C4CA-1073-5735-06D5C7B7EB24}"/>
              </a:ext>
            </a:extLst>
          </p:cNvPr>
          <p:cNvCxnSpPr>
            <a:cxnSpLocks/>
          </p:cNvCxnSpPr>
          <p:nvPr/>
        </p:nvCxnSpPr>
        <p:spPr>
          <a:xfrm>
            <a:off x="8928683" y="4016700"/>
            <a:ext cx="1163273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lack Logo PNG Vector (PDF) Free Download">
            <a:extLst>
              <a:ext uri="{FF2B5EF4-FFF2-40B4-BE49-F238E27FC236}">
                <a16:creationId xmlns:a16="http://schemas.microsoft.com/office/drawing/2014/main" id="{1DF26E21-824A-3556-B4EA-DD2E4CB96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729" y="2843603"/>
            <a:ext cx="952144" cy="95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phic 21" descr="Globe resource icon for the General Icons category.">
            <a:extLst>
              <a:ext uri="{FF2B5EF4-FFF2-40B4-BE49-F238E27FC236}">
                <a16:creationId xmlns:a16="http://schemas.microsoft.com/office/drawing/2014/main" id="{9733CAA9-1127-BFB7-EA44-5D1E4BBD3E64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0218533" y="3693539"/>
            <a:ext cx="669750" cy="66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7">
            <a:extLst>
              <a:ext uri="{FF2B5EF4-FFF2-40B4-BE49-F238E27FC236}">
                <a16:creationId xmlns:a16="http://schemas.microsoft.com/office/drawing/2014/main" id="{F3BD652C-D078-0A6C-F882-FB3617265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2476" y="4416174"/>
            <a:ext cx="2201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予定調整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Webサイト</a:t>
            </a:r>
          </a:p>
        </p:txBody>
      </p:sp>
      <p:pic>
        <p:nvPicPr>
          <p:cNvPr id="28" name="Graphic 22" descr="User resource icon for the General Icons category.">
            <a:extLst>
              <a:ext uri="{FF2B5EF4-FFF2-40B4-BE49-F238E27FC236}">
                <a16:creationId xmlns:a16="http://schemas.microsoft.com/office/drawing/2014/main" id="{5892A1B3-FEE4-14E9-697E-FAEBF251EF9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12088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39">
            <a:extLst>
              <a:ext uri="{FF2B5EF4-FFF2-40B4-BE49-F238E27FC236}">
                <a16:creationId xmlns:a16="http://schemas.microsoft.com/office/drawing/2014/main" id="{F02B0554-FFFD-43A2-E862-8D90D40A7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716" y="3507575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ユーザー</a:t>
            </a:r>
          </a:p>
        </p:txBody>
      </p:sp>
      <p:pic>
        <p:nvPicPr>
          <p:cNvPr id="1030" name="Picture 6" descr="Strands Agents — Open Source AI Agent SDK for Python &amp; TypeScript">
            <a:extLst>
              <a:ext uri="{FF2B5EF4-FFF2-40B4-BE49-F238E27FC236}">
                <a16:creationId xmlns:a16="http://schemas.microsoft.com/office/drawing/2014/main" id="{5889918C-E9E5-D172-890D-24A4681BA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40" y="2184876"/>
            <a:ext cx="1575764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937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</Words>
  <Application>Microsoft Macintosh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稔 御田</dc:creator>
  <cp:lastModifiedBy>稔 御田</cp:lastModifiedBy>
  <cp:revision>1</cp:revision>
  <dcterms:created xsi:type="dcterms:W3CDTF">2026-06-13T16:12:59Z</dcterms:created>
  <dcterms:modified xsi:type="dcterms:W3CDTF">2026-06-13T17:03:38Z</dcterms:modified>
</cp:coreProperties>
</file>